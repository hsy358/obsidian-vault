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tml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495" y="1143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A1A1A"/>
                </a:solidFill>
                <a:latin typeface="思源黑体"/>
              </a:rPr>
              <a:t>Deloitte.2026 TREND REPORT德勤技术趋势解读T  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495" y="4445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A1A1A"/>
                </a:solidFill>
                <a:latin typeface="思源黑体"/>
              </a:rPr>
              <a:t>从「流程自动化」到「流程 AI 原生」德勤2026趋势解读 — 企业如何围绕 AI重写端到端流程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495" y="13970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A1A1A"/>
                </a:solidFill>
                <a:latin typeface="思源黑体"/>
              </a:rPr>
              <a:t>⚙将 AI 嵌入旧流程→🧠围绕 AI 重写流程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495" y="209549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A1A1A"/>
                </a:solidFill>
                <a:latin typeface="思源黑体"/>
              </a:rPr>
              <a:t>OEE91.2%↑ 2.6 pp产能利用率87.5%↑ 3.1 pp单位制造成本-12.7%↑ YoY订单交付周期-18.3%↑ YoY质量一次通过率99.24%↑ 1.8 pp安全天数243天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98" y="50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0999"/>
                </a:solidFill>
                <a:latin typeface="思源黑体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