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封面页讲解建议：</a:t>
            </a:r>
          </a:p>
          <a:p>
            <a:r>
              <a:t>1）明确这是「公众号文章复刻 PPT」——不是德勤原报告；</a:t>
            </a:r>
          </a:p>
          <a:p>
            <a:r>
              <a:t>2）数据来源严格基于 vault 已存档 markdown（6580 字），不编造；</a:t>
            </a:r>
          </a:p>
          <a:p>
            <a:r>
              <a:t>3）所有「标杆数据」（6 秒节拍/20 倍人效/30% 周期）都标了「需核实」，不要直接当事实。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 PPT 用途建议：</a:t>
            </a:r>
          </a:p>
          <a:p>
            <a:r>
              <a:t>1）培训讲师：18 页正好 30-45 分钟课程；</a:t>
            </a:r>
          </a:p>
          <a:p>
            <a:r>
              <a:t>2）决策者：跳看 P5（结构）+ P11（挑战）+ P15（标杆）；</a:t>
            </a:r>
          </a:p>
          <a:p>
            <a:r>
              <a:t>3）学员自读：P12-P14 的互动题留 5 分钟思考。</a:t>
            </a:r>
          </a:p>
          <a:p/>
          <a:p>
            <a:r>
              <a:t>【数据可信度提示】所有标杆数据（6 秒/20 倍/30%）来自公众号转述，**未核实**——使用时建议加「据德勤报告，需进一步核实」声明。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结构总览讲解建议：</a:t>
            </a:r>
          </a:p>
          <a:p>
            <a:r>
              <a:t>1）4 个专题是文章的 4 大模块；</a:t>
            </a:r>
          </a:p>
          <a:p>
            <a:r>
              <a:t>2）每专题 3 页（导入问题→核心知识→案例互动）= 教师可讲性结构；</a:t>
            </a:r>
          </a:p>
          <a:p>
            <a:r>
              <a:t>3）每专题都标了核心概念 + 重点 + 案例 + 互动。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学习目标讲解节奏：</a:t>
            </a:r>
          </a:p>
          <a:p>
            <a:r>
              <a:t>1）3 维目标对应 3 维评价（认知-能力-素养）；</a:t>
            </a:r>
          </a:p>
          <a:p>
            <a:r>
              <a:t>2）强调「数据需核实」是本 PPT 的核心素养目标；</a:t>
            </a:r>
          </a:p>
          <a:p>
            <a:r>
              <a:t>3）课后作业「KDD 三层自我评估」是落地抓手。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使用方法讲解建议：</a:t>
            </a:r>
          </a:p>
          <a:p>
            <a:r>
              <a:t>1）3 种用法对 3 类受众（讲师/决策者/自学者）；</a:t>
            </a:r>
          </a:p>
          <a:p>
            <a:r>
              <a:t>2）数据使用注意是关键——所有标杆数据加「据德勤报告，需进一步核实」声明；</a:t>
            </a:r>
          </a:p>
          <a:p>
            <a:r>
              <a:t>3）数据来源链是「转述链」，区别于德勤原报告。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专题1 导入页讲解节奏：</a:t>
            </a:r>
          </a:p>
          <a:p>
            <a:r>
              <a:t>1）先念导入问题（3 分钟讨论 / 联想）；</a:t>
            </a:r>
          </a:p>
          <a:p>
            <a:r>
              <a:t>2）点出本专题在 4 专题体系中的位置；</a:t>
            </a:r>
          </a:p>
          <a:p>
            <a:r>
              <a:t>3）讲 3 层次教学基本要求（了解/掌握/把握）；</a:t>
            </a:r>
          </a:p>
          <a:p>
            <a:r>
              <a:t>4）预告接下来 2 页（核心知识/案例）。</a:t>
            </a:r>
          </a:p>
          <a:p/>
          <a:p>
            <a:r>
              <a:t>【教师讲稿提示】</a:t>
            </a:r>
          </a:p>
          <a:p>
            <a:r>
              <a:t>本专题是认知框架建立。建议：1）先问学员「你们公司流程是哪种」；2）强调 AI 原生不是老流程+AI 拼贴；3）数据是 AI 原生的前提——下一专题会展开。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本专题核心知识页讲解节奏：</a:t>
            </a:r>
          </a:p>
          <a:p>
            <a:r>
              <a:t>1）从左上角 01 开始逐个概念讲；2）每个概念给一句话定义；3）下方「重点难点」收束。</a:t>
            </a:r>
          </a:p>
          <a:p/>
          <a:p>
            <a:r>
              <a:t>【重点】传统自动化 vs AI 原生流程的本质差异（决策逻辑 / 优化周期 / 价值重心）</a:t>
            </a:r>
          </a:p>
          <a:p>
            <a:r>
              <a:t>【难点】如何理解「流程自主进化」——不是无人工，而是机器做机器擅长的部分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本专题「收束页」讲解节奏（10 分钟）：</a:t>
            </a:r>
          </a:p>
          <a:p>
            <a:r>
              <a:t>1）案例 3 分钟：先讲背景，再点出与本专题知识点的对应关系；</a:t>
            </a:r>
          </a:p>
          <a:p>
            <a:r>
              <a:t>2）互动 5-8 分钟：问题分层（导入/辨析/应用/论述）根据页上标记选；</a:t>
            </a:r>
          </a:p>
          <a:p>
            <a:r>
              <a:t>3）小结 3-4 分钟：3 概念要讲清，2 方法要给抓手，1 风险要讲「为什么是真实风险」；</a:t>
            </a:r>
          </a:p>
          <a:p>
            <a:r>
              <a:t>4）下专题过渡用最后一行。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专题2 导入页讲解节奏：</a:t>
            </a:r>
          </a:p>
          <a:p>
            <a:r>
              <a:t>1）先念导入问题（3 分钟讨论 / 联想）；</a:t>
            </a:r>
          </a:p>
          <a:p>
            <a:r>
              <a:t>2）点出本专题在 4 专题体系中的位置；</a:t>
            </a:r>
          </a:p>
          <a:p>
            <a:r>
              <a:t>3）讲 3 层次教学基本要求（了解/掌握/把握）；</a:t>
            </a:r>
          </a:p>
          <a:p>
            <a:r>
              <a:t>4）预告接下来 2 页（核心知识/案例）。</a:t>
            </a:r>
          </a:p>
          <a:p/>
          <a:p>
            <a:r>
              <a:t>【教师讲稿提示】</a:t>
            </a:r>
          </a:p>
          <a:p>
            <a:r>
              <a:t>本专题是核心架构。建议：1）用真实企业案例（美的/科沃斯）讲；2）强调「自下而上」是规律不是选择；3）现场让学员画自己公司 KDD 现状。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本专题核心知识页讲解节奏：</a:t>
            </a:r>
          </a:p>
          <a:p>
            <a:r>
              <a:t>1）从左上角 01 开始逐个概念讲；2）每个概念给一句话定义；3）下方「重点难点」收束。</a:t>
            </a:r>
          </a:p>
          <a:p/>
          <a:p>
            <a:r>
              <a:t>【重点】KDD 三层（知识-数据-决策）金字塔的逻辑关系</a:t>
            </a:r>
          </a:p>
          <a:p>
            <a:r>
              <a:t>【难点】为什么必须「自下而上」建设（K→D→D），不能先做决策层？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本专题「收束页」讲解节奏（10 分钟）：</a:t>
            </a:r>
          </a:p>
          <a:p>
            <a:r>
              <a:t>1）案例 3 分钟：先讲背景，再点出与本专题知识点的对应关系；</a:t>
            </a:r>
          </a:p>
          <a:p>
            <a:r>
              <a:t>2）互动 5-8 分钟：问题分层（导入/辨析/应用/论述）根据页上标记选；</a:t>
            </a:r>
          </a:p>
          <a:p>
            <a:r>
              <a:t>3）小结 3-4 分钟：3 概念要讲清，2 方法要给抓手，1 风险要讲「为什么是真实风险」；</a:t>
            </a:r>
          </a:p>
          <a:p>
            <a:r>
              <a:t>4）下专题过渡用最后一行。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专题3 导入页讲解节奏：</a:t>
            </a:r>
          </a:p>
          <a:p>
            <a:r>
              <a:t>1）先念导入问题（3 分钟讨论 / 联想）；</a:t>
            </a:r>
          </a:p>
          <a:p>
            <a:r>
              <a:t>2）点出本专题在 4 专题体系中的位置；</a:t>
            </a:r>
          </a:p>
          <a:p>
            <a:r>
              <a:t>3）讲 3 层次教学基本要求（了解/掌握/把握）；</a:t>
            </a:r>
          </a:p>
          <a:p>
            <a:r>
              <a:t>4）预告接下来 2 页（核心知识/案例）。</a:t>
            </a:r>
          </a:p>
          <a:p/>
          <a:p>
            <a:r>
              <a:t>【教师讲稿提示】</a:t>
            </a:r>
          </a:p>
          <a:p>
            <a:r>
              <a:t>本专题是痛点共识。建议：1）让学员先自己列痛点；2）映射到 3 大挑战；3）强调「从核心链路切入」是实操经验。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本专题核心知识页讲解节奏：</a:t>
            </a:r>
          </a:p>
          <a:p>
            <a:r>
              <a:t>1）从左上角 01 开始逐个概念讲；2）每个概念给一句话定义；3）下方「重点难点」收束。</a:t>
            </a:r>
          </a:p>
          <a:p/>
          <a:p>
            <a:r>
              <a:t>【重点】AI 原生落地的 3 大核心挑战（数据/人才/ROI）</a:t>
            </a:r>
          </a:p>
          <a:p>
            <a:r>
              <a:t>【难点】为什么这三者必须同时解，不能拆开做？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本专题「收束页」讲解节奏（10 分钟）：</a:t>
            </a:r>
          </a:p>
          <a:p>
            <a:r>
              <a:t>1）案例 3 分钟：先讲背景，再点出与本专题知识点的对应关系；</a:t>
            </a:r>
          </a:p>
          <a:p>
            <a:r>
              <a:t>2）互动 5-8 分钟：问题分层（导入/辨析/应用/论述）根据页上标记选；</a:t>
            </a:r>
          </a:p>
          <a:p>
            <a:r>
              <a:t>3）小结 3-4 分钟：3 概念要讲清，2 方法要给抓手，1 风险要讲「为什么是真实风险」；</a:t>
            </a:r>
          </a:p>
          <a:p>
            <a:r>
              <a:t>4）下专题过渡用最后一行。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专题4 导入页讲解节奏：</a:t>
            </a:r>
          </a:p>
          <a:p>
            <a:r>
              <a:t>1）先念导入问题（3 分钟讨论 / 联想）；</a:t>
            </a:r>
          </a:p>
          <a:p>
            <a:r>
              <a:t>2）点出本专题在 4 专题体系中的位置；</a:t>
            </a:r>
          </a:p>
          <a:p>
            <a:r>
              <a:t>3）讲 3 层次教学基本要求（了解/掌握/把握）；</a:t>
            </a:r>
          </a:p>
          <a:p>
            <a:r>
              <a:t>4）预告接下来 2 页（核心知识/案例）。</a:t>
            </a:r>
          </a:p>
          <a:p/>
          <a:p>
            <a:r>
              <a:t>【教师讲稿提示】</a:t>
            </a:r>
          </a:p>
          <a:p>
            <a:r>
              <a:t>本专题是案例警示。建议：1）所有数据标「需核实」；2）学员应学会「问数据来源」而不是「记数字」；3）3 个行业差异讲清（智造/服务/重工）。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本专题核心知识页讲解节奏：</a:t>
            </a:r>
          </a:p>
          <a:p>
            <a:r>
              <a:t>1）从左上角 01 开始逐个概念讲；2）每个概念给一句话定义；3）下方「重点难点」收束。</a:t>
            </a:r>
          </a:p>
          <a:p/>
          <a:p>
            <a:r>
              <a:t>【重点】3 个不同行业标杆的具体成效数据（注意需核实）</a:t>
            </a:r>
          </a:p>
          <a:p>
            <a:r>
              <a:t>【难点】为什么 3 家用了不同切入点（产线/服务/重工）但都成功？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本专题「收束页」讲解节奏（10 分钟）：</a:t>
            </a:r>
          </a:p>
          <a:p>
            <a:r>
              <a:t>1）案例 3 分钟：先讲背景，再点出与本专题知识点的对应关系；</a:t>
            </a:r>
          </a:p>
          <a:p>
            <a:r>
              <a:t>2）互动 5-8 分钟：问题分层（导入/辨析/应用/论述）根据页上标记选；</a:t>
            </a:r>
          </a:p>
          <a:p>
            <a:r>
              <a:t>3）小结 3-4 分钟：3 概念要讲清，2 方法要给抓手，1 风险要讲「为什么是真实风险」；</a:t>
            </a:r>
          </a:p>
          <a:p>
            <a:r>
              <a:t>4）下专题过渡用最后一行。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总结页讲解节奏：</a:t>
            </a:r>
          </a:p>
          <a:p>
            <a:r>
              <a:t>1）3 概念是全 PPT 提纲；</a:t>
            </a:r>
          </a:p>
          <a:p>
            <a:r>
              <a:t>2）2 方法是工具（核心链路切入 + 数据先核实）；</a:t>
            </a:r>
          </a:p>
          <a:p>
            <a:r>
              <a:t>3）1 风险是避坑——把组织问题当技术问题；</a:t>
            </a:r>
          </a:p>
          <a:p>
            <a:r>
              <a:t>4）4 个行动建议是给决策者的时间表。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 AI 转型 · 2026 趋势解读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趋势解读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企业如何围绕 AI 重写端到端流程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 · 落地挑战 · 标杆案例 · 方法论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报告来源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趋势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公众号解读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技能规范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v1.4 教育咨询 PPT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生成时间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2026-06-16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数据来源：vault/公众号文章/2026-06-16 - 德勤2026趋势解读...md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v1.4 教育咨询 PPT 技能 · 按教师可讲性标准设计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内容摘要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讲什么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56692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趋势报告核心观点：企业 AI 应用从「概念验证」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迈向「实际价值创造」，核心是围绕 AI 重写端到端流程。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本文按 v1.4 技能复刻公众号文章 4 大核心模块：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范式跃迁 + KDD 金字塔 + 落地挑战 + 标杆案例。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不讲什么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56692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不是德勤原报告 PDF（那是另一份文件）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不是战略流程智慧坊原版 PPT（该号源文件未公开）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不替代专业咨询方案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学完可以获得什么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27632"/>
            <a:ext cx="52120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理解传统自动化 vs AI 原生流程的本质差异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 KDD 金字塔（知识-数据-决策）的落地逻辑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识别 3 大落地挑战（数据/人才/ROI）的解法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建立对标杆案例的批判性思维（数据需核实）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建议使用方式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5212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作为培训课件：每个专题 5-8 分钟讲解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作为决策参考：3 大挑战的解法可直接套用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作为讨论基础：标杆数据请学员先质疑再讨论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序章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 结构总览：4 专题 + 序章 + 收尾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严格按 vault 已存文章 4 大模块组织 + 1 序章 + 1 收尾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78892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范式跃迁：从执行到自优化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页（导入/知识/案例）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70332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840480"/>
            <a:ext cx="24231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传统自动化 vs AI 原生流程对比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「人定规则」到「流程自主进化」的本质差异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案例：美的南沙智能工厂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916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91640"/>
            <a:ext cx="278892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0116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6974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金字塔：AI 原生底层架构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3832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页（导入/知识/案例）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56432" y="370332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56432" y="3840480"/>
            <a:ext cx="24231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 知识层：业务规则 + SOP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数据层：全链路打通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决策层：AI 智能体部署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案例：科沃斯服务流程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16916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1691640"/>
            <a:ext cx="278892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0116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6974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落地挑战：破解转型痛点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3832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页（导入/知识/案例）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64224" y="370332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64224" y="3840480"/>
            <a:ext cx="24231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数据割裂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人才缺口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周期长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案例：某装备制造企业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89136" y="16916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89136" y="1691640"/>
            <a:ext cx="278892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2016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20116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第四部分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26974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标杆成效：效率与价值双升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3832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页（导入/知识/案例）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72016" y="370332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272016" y="3840480"/>
            <a:ext cx="24231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美的南沙（智造）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科沃斯（服务）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中信泰富（重工）</a:t>
            </a:r>
          </a:p>
          <a:p>
            <a:pPr algn="l">
              <a:lnSpc>
                <a:spcPct val="14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数据均需核实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序章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认知目标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KNOWLEDGE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 AI 原生流程 vs 传统自动化的本质差异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 KDD 金字塔（知识-数据-决策）的逻辑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能力目标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56432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56432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能识别企业 AI 转型的 3 大核心挑战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能评估标杆案例数据的可信度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素养目标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LITERACY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64224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64224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建立对「数据需核实」的批判性思维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形成「核心链路切入」的转型方法论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ASSESSMENT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2016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72016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随堂互动题（P12/P14 备）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案例讨论：学员自评能否找到自己公司痛点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课后作业：写一份 200 字「KDD 三层自我评估」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序章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USAGE &amp;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使用方法与注意事项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的 3 种用法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76072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培训讲解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5623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30-45 分钟课程，每个专题 5-8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576072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77063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跳看结构页+挑战页+标杆页（10 分钟）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576072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自学阅读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68503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重点看每页的「重点/难点/案例/互动」结构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⚠️ 数据使用注意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3949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全部数据来自「战略流程智慧坊」公众号 2026-05-31 文章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原文是德勤 2026 报告的**二手转述**，非德勤原报告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所有标杆数据（美的 6 秒/科沃斯 20 倍/中信 30%）**需核实**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金字塔概念源自德勤报告，但具体呈现是公众号解读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C5A8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📚 数据来源链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539496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|— 战略流程智慧坊公众号（2026-05-31）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5A8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|    |— vault/公众号文章/2026-06-16 - 德勤...md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|    |— 本 PPT 复刻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|— 德勤《2026 趋势报告》（独立获取）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5A8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|    |— vault/Inbox/2026-06-16_pdf_德勤 Tech-Trends...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序章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 · 范式跃迁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1：范式跃迁：从执行到自优化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280160"/>
            <a:ext cx="566928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导入问题（3 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3035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为什么传统流程自动化越做越慢，而 AI 原生流程反而越用越聪明？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669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了解：传统自动化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掌握：AI 原生流程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把握：从人定规则到流程自主进化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为什么传统流程自动化越做越慢，而 AI 原生流程反而越用越聪明？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传统自动化——靠固定规则机械执行；季度/年度优化；节省人力导向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原生流程——数据为驱动、智能体为核心；实时自学习、自优化；决策质量导向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5321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本专题内容预告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8978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接下来 2 页：核心知识结构 → 案例 + 互动 + 小结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第一部分 · 范式跃迁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 · 范式跃迁  ·  核心知识结构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1：范式跃迁：从执行到自优化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 3 个核心概念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传统自动化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靠固定规则机械执行；季度/年度优化；节省人力导向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388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388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数据为驱动、智能体为核心；实时自学习、自优化；决策质量导向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624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624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40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40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本质差异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5340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5340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从「人定规则」到「流程自主进化」——运行中持续学习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传统自动化 vs AI 原生流程的本质差异（决策逻辑 / 优化周期 / 价值重心）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34840"/>
            <a:ext cx="548640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434840"/>
            <a:ext cx="91440" cy="77724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006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如何理解「流程自主进化」——不是无人工，而是机器做机器擅长的部分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第一部分 · 范式跃迁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 · 范式跃迁  ·  案例 · 互动 ·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1：范式跃迁：从执行到自优化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76072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91440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【案例点】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3035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案例：美的南沙智能工厂
旧范式：流程标准化 → 工程师写规则 → 出问题改规则
新范式：流程挖掘采集数据 → AI 识别瓶颈 → 自动调整 → 数据回流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课堂互动（5-8 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62272"/>
            <a:ext cx="5760720" cy="16916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62272"/>
            <a:ext cx="91440" cy="16916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9028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【互动设计】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3035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【应用题】挑一个你熟悉的内部流程（请假/报销/审批），描述「传统自动化」和「AI 原生」会各自怎么实现？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本专题 3 个核心概念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传统自动化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从人定规则到流程自主进化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2 个方法 + 1 个真实风险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【2 个方法】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9160"/>
            <a:ext cx="5303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识别现有流程的「规则依赖」程度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评估数据可用性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32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【1 个风险】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06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 AI 原生当成「老流程 + AI 插件」——这种拼贴无法产生范式跃迁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199632"/>
            <a:ext cx="5303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下一专题进入 KDD 金字塔——把「范式跃迁」拆成可落地的三层架构。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第一部分 · 范式跃迁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· KDD 金字塔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2：KDD 金字塔：AI 原生流程的底层架构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280160"/>
            <a:ext cx="566928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导入问题（3 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3035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如果让你设计一个「AI 原生」流程，你会从哪一层开始建？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669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了解：K 知识层（规则 SOP）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掌握：D 数据层（全链路打通）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把握：D 决策层（AI 智能体）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如果让你设计一个「AI 原生」流程，你会从哪一层开始建？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 知识层——沉淀业务规则、SOP；流程数字化、经验标准化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数据层——打通全链路数据；实时采集、治理统一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5321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本专题内容预告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8978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接下来 2 页：核心知识结构 → 案例 + 互动 + 小结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第二部分 · KDD 金字塔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· KDD 金字塔  ·  核心知识结构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2：KDD 金字塔：AI 原生流程的底层架构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 3 个核心概念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 知识层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沉淀业务规则、SOP；流程数字化、经验标准化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数据层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388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388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打通全链路数据；实时采集、治理统一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624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624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40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40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决策层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5340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5340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自主判断、执行；智能体部署、闭环反馈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三层（知识-数据-决策）金字塔的逻辑关系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34840"/>
            <a:ext cx="548640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434840"/>
            <a:ext cx="91440" cy="77724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006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为什么必须「自下而上」建设（K→D→D），不能先做决策层？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第二部分 · KDD 金字塔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· KDD 金字塔  ·  案例 · 互动 ·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2：KDD 金字塔：AI 原生流程的底层架构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76072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91440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【案例点】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3035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案例：科沃斯服务流程
K 层：服务 SOP 沉淀 800+ 条标准动作
D 层：用户报修数据 + 工程师位置 + 配件库存实时打通
D 层：AI 自动派单 + 智能体处理 50% 工单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课堂互动（5-8 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62272"/>
            <a:ext cx="5760720" cy="16916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62272"/>
            <a:ext cx="91440" cy="16916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9028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【互动设计】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3035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【辨析题】为什么 K 层规则不沉淀就做不了 AI 决策？能否举反例？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本专题 3 个核心概念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 知识层（规则 SOP）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数据层（全链路打通）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决策层（AI 智能体）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2 个方法 + 1 个真实风险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【2 个方法】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9160"/>
            <a:ext cx="5303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自下而上建设法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每层先打通再扩展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32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【1 个风险】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06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跳过 K 层直接做 D 层——没有规则沉淀的 AI 决策是「黑盒」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199632"/>
            <a:ext cx="5303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金字塔有了，但落地难——下一专题看 3 大挑战。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第二部分 · KDD 金字塔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 · 落地挑战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3：落地挑战：破解 AI 原生转型的痛点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280160"/>
            <a:ext cx="566928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导入问题（3 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3035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 90% 的 AI 原生转型卡在试点？缺的不是技术，是哪三样？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669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了解：数据割裂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掌握：人才缺口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把握：ROI 周期长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 90% 的 AI 原生转型卡在试点？缺的不是技术，是哪三样？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数据割裂——AI 无可用数据；表现：系统孤岛、口径不一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人才缺口——缺复合型人才（懂 AI + 懂业务 + 懂流程）；表现：内部无、外部贵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5321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本专题内容预告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8978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接下来 2 页：核心知识结构 → 案例 + 互动 + 小结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第三部分 · 落地挑战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 · 落地挑战  ·  核心知识结构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3：落地挑战：破解 AI 原生转型的痛点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 3 个核心概念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数据割裂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无可用数据；表现：系统孤岛、口径不一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人才缺口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388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388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缺复合型人才（懂 AI + 懂业务 + 懂流程）；表现：内部无、外部贵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624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624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40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40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周期长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5340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5340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投入难见效；表现：管理层耐心有限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原生落地的 3 大核心挑战（数据/人才/ROI）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34840"/>
            <a:ext cx="548640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434840"/>
            <a:ext cx="91440" cy="77724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006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为什么这三者必须同时解，不能拆开做？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第三部分 · 落地挑战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 · 落地挑战  ·  案例 · 互动 ·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3：落地挑战：破解 AI 原生转型的痛点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76072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91440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【案例点】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3035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案例：某大型装备制造企业
痛点：CRM/ERP/OA/WMS 系统割裂
解法：流程挖掘全链路还原 → 找到 30+ 问题点 → 速赢场景先做 → ROI 半年可见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课堂互动（5-8 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62272"/>
            <a:ext cx="5760720" cy="16916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62272"/>
            <a:ext cx="91440" cy="16916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9028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【互动设计】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3035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【应用题】你公司目前最严重的「数据割裂」表现是什么？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本专题 3 个核心概念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数据割裂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人才缺口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周期长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2 个方法 + 1 个真实风险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【2 个方法】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9160"/>
            <a:ext cx="5303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从核心链路切入（不要全铺开）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速赢场景试点（让管理层看到 ROI）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内部培养 + 外部引进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32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【1 个风险】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06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把这 3 个挑战当「技术问题」——其实是组织/数据/治理问题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199632"/>
            <a:ext cx="5303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挑战知道怎么解了——下一专题看 3 个真标杆。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第三部分 · 落地挑战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第四部分 · 标杆案例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4：标杆成效：效率与价值双升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280160"/>
            <a:ext cx="566928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导入问题（3 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3035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原生流程真做出价值的企业长什么样？3 个不同行业的代表如何？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669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了解：美的南沙（智造）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掌握：科沃斯（服务）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把握：中信泰富（重工）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原生流程真做出价值的企业长什么样？3 个不同行业的代表如何？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美的南沙（智造）——产线节拍 6 秒、库存降 30%（需核实）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❓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科沃斯（服务）——人效提升 20 倍（需核实）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5321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本专题内容预告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8978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接下来 2 页：核心知识结构 → 案例 + 互动 + 小结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第四部分 · 标杆案例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第四部分 · 标杆案例  ·  核心知识结构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4：标杆成效：效率与价值双升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 3 个核心概念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美的南沙（智造）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产线节拍 6 秒、库存降 30%（需核实）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科沃斯（服务）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388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388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人效提升 20 倍（需核实）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6240" y="1691640"/>
            <a:ext cx="3688080" cy="21945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6240" y="1691640"/>
            <a:ext cx="36880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400" y="187452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400" y="2148840"/>
            <a:ext cx="341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中信泰富（重工）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53400" y="2651760"/>
            <a:ext cx="34137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53400" y="2743200"/>
            <a:ext cx="3413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流程周期缩 30%（需核实）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个不同行业标杆的具体成效数据（注意需核实）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34840"/>
            <a:ext cx="548640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434840"/>
            <a:ext cx="91440" cy="77724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006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 3 家用了不同切入点（产线/服务/重工）但都成功？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第四部分 · 标杆案例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第四部分 · 标杆案例  ·  案例 · 互动 ·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4：标杆成效：效率与价值双升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760720" cy="2286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91440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【案例点】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3035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案例对照：
美的南沙 → 切入产线 → 6 秒节拍 + 库存优化
科沃斯 → 切入服务 → 20 倍人效
中信泰富 → 切入重工流程 → 30% 周期压缩
共同点：都从「核心链路」切入；都有「流程挖掘 + AI 智能体」组合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课堂互动（5-8 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62272"/>
            <a:ext cx="5760720" cy="16916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62272"/>
            <a:ext cx="91440" cy="16916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9028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【互动设计】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3035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【辨析题】3 个标杆的数据都「漂亮得过分」——你作为咨询顾问会怎么核实？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本专题 3 个核心概念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美的南沙（智造）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科沃斯（服务）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中信泰富（重工）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小结 · 2 个方法 + 1 个真实风险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【2 个方法】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9160"/>
            <a:ext cx="5303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核心链路切入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流程挖掘 + AI 智能体组合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9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数据先核实再传播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32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【1 个风险】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06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把标杆数据当「普适结论」—— 行业差异大，6 秒节拍是美的特定条件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199632"/>
            <a:ext cx="5303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标杆看完，但「做」比「看」难——下一节总结方法论。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第四部分 · 标杆案例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SUMMARY &amp;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总结与行动建议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 PPT 最重要的 3 个概念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6692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范式跃迁：从「人定规则」到「流程自主进化」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金字塔：知识-数据-决策 三层架构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落地挑战：数据/人才/ROI 三者必须同时解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56692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核心链路切入：不要全铺开，从最痛处开始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数据先核实：所有标杆数据要追问来源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12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623560"/>
            <a:ext cx="5669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 3 大挑战当「技术问题」——其实是组织/数据/治理问题；技术解决不了组织问题。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344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给决策者的 4 个行动建议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52120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立即：盘点现有流程的「规则依赖」程度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30 天：用 KDD 框架给公司 3 个核心流程做诊断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 天：选 1 个核心场景做 AI 原生试点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持续：把「数据可信度」当成决策第一原则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课后作业（选 1）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26280"/>
            <a:ext cx="5212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写一份 200 字「KDD 三层自我评估」（你公司现状）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 1 个内部流程，画「传统 vs AI 原生」对比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·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找 1 个标杆案例（德勤 86 页或其他），核实数据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943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关联资产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26364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vault/公众号文章/2026-06-16 - 德勤2026趋势解读...md（源数据）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德勤 2026 · AI 端到端流程 · 收尾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